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612EFE-EA8E-45EA-B527-E5C0BEA7909C}" v="5" dt="2025-12-17T15:40:03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-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m Bhatt" userId="3f272761c4a4daaa" providerId="LiveId" clId="{30612EFE-EA8E-45EA-B527-E5C0BEA7909C}"/>
    <pc:docChg chg="undo custSel addSld modSld sldOrd">
      <pc:chgData name="Prem Bhatt" userId="3f272761c4a4daaa" providerId="LiveId" clId="{30612EFE-EA8E-45EA-B527-E5C0BEA7909C}" dt="2025-12-17T15:41:02.381" v="1280" actId="680"/>
      <pc:docMkLst>
        <pc:docMk/>
      </pc:docMkLst>
      <pc:sldChg chg="modSp new mod">
        <pc:chgData name="Prem Bhatt" userId="3f272761c4a4daaa" providerId="LiveId" clId="{30612EFE-EA8E-45EA-B527-E5C0BEA7909C}" dt="2025-12-17T14:23:34.483" v="68" actId="1076"/>
        <pc:sldMkLst>
          <pc:docMk/>
          <pc:sldMk cId="2910730555" sldId="256"/>
        </pc:sldMkLst>
        <pc:spChg chg="mod">
          <ac:chgData name="Prem Bhatt" userId="3f272761c4a4daaa" providerId="LiveId" clId="{30612EFE-EA8E-45EA-B527-E5C0BEA7909C}" dt="2025-12-17T14:21:05.555" v="18" actId="14100"/>
          <ac:spMkLst>
            <pc:docMk/>
            <pc:sldMk cId="2910730555" sldId="256"/>
            <ac:spMk id="2" creationId="{1A7EBB19-D63C-8D71-BFD1-549BD3C00977}"/>
          </ac:spMkLst>
        </pc:spChg>
        <pc:spChg chg="mod">
          <ac:chgData name="Prem Bhatt" userId="3f272761c4a4daaa" providerId="LiveId" clId="{30612EFE-EA8E-45EA-B527-E5C0BEA7909C}" dt="2025-12-17T14:23:34.483" v="68" actId="1076"/>
          <ac:spMkLst>
            <pc:docMk/>
            <pc:sldMk cId="2910730555" sldId="256"/>
            <ac:spMk id="3" creationId="{629F7B6F-DF0E-437A-87BF-A085C8C884FE}"/>
          </ac:spMkLst>
        </pc:spChg>
      </pc:sldChg>
      <pc:sldChg chg="modSp new mod">
        <pc:chgData name="Prem Bhatt" userId="3f272761c4a4daaa" providerId="LiveId" clId="{30612EFE-EA8E-45EA-B527-E5C0BEA7909C}" dt="2025-12-17T14:34:57.207" v="224" actId="20577"/>
        <pc:sldMkLst>
          <pc:docMk/>
          <pc:sldMk cId="1623724105" sldId="257"/>
        </pc:sldMkLst>
        <pc:spChg chg="mod">
          <ac:chgData name="Prem Bhatt" userId="3f272761c4a4daaa" providerId="LiveId" clId="{30612EFE-EA8E-45EA-B527-E5C0BEA7909C}" dt="2025-12-17T14:34:57.207" v="224" actId="20577"/>
          <ac:spMkLst>
            <pc:docMk/>
            <pc:sldMk cId="1623724105" sldId="257"/>
            <ac:spMk id="2" creationId="{5C3C833E-2041-9F3E-047B-1BD46DBEF4ED}"/>
          </ac:spMkLst>
        </pc:spChg>
        <pc:spChg chg="mod">
          <ac:chgData name="Prem Bhatt" userId="3f272761c4a4daaa" providerId="LiveId" clId="{30612EFE-EA8E-45EA-B527-E5C0BEA7909C}" dt="2025-12-17T14:30:49.166" v="216" actId="20577"/>
          <ac:spMkLst>
            <pc:docMk/>
            <pc:sldMk cId="1623724105" sldId="257"/>
            <ac:spMk id="3" creationId="{9A645E59-E983-0DF0-29B1-1354A9DCC421}"/>
          </ac:spMkLst>
        </pc:spChg>
      </pc:sldChg>
      <pc:sldChg chg="modSp new mod ord">
        <pc:chgData name="Prem Bhatt" userId="3f272761c4a4daaa" providerId="LiveId" clId="{30612EFE-EA8E-45EA-B527-E5C0BEA7909C}" dt="2025-12-17T15:13:23.603" v="892"/>
        <pc:sldMkLst>
          <pc:docMk/>
          <pc:sldMk cId="1322598530" sldId="258"/>
        </pc:sldMkLst>
        <pc:spChg chg="mod">
          <ac:chgData name="Prem Bhatt" userId="3f272761c4a4daaa" providerId="LiveId" clId="{30612EFE-EA8E-45EA-B527-E5C0BEA7909C}" dt="2025-12-17T14:52:11.948" v="402" actId="12"/>
          <ac:spMkLst>
            <pc:docMk/>
            <pc:sldMk cId="1322598530" sldId="258"/>
            <ac:spMk id="2" creationId="{2703F73E-709A-7A9B-3B72-B2F28A5DBAE9}"/>
          </ac:spMkLst>
        </pc:spChg>
        <pc:spChg chg="mod">
          <ac:chgData name="Prem Bhatt" userId="3f272761c4a4daaa" providerId="LiveId" clId="{30612EFE-EA8E-45EA-B527-E5C0BEA7909C}" dt="2025-12-17T15:02:08.555" v="666" actId="20577"/>
          <ac:spMkLst>
            <pc:docMk/>
            <pc:sldMk cId="1322598530" sldId="258"/>
            <ac:spMk id="3" creationId="{991EE0AD-0357-3104-837B-AC7FAB252EFB}"/>
          </ac:spMkLst>
        </pc:spChg>
      </pc:sldChg>
      <pc:sldChg chg="modSp new mod">
        <pc:chgData name="Prem Bhatt" userId="3f272761c4a4daaa" providerId="LiveId" clId="{30612EFE-EA8E-45EA-B527-E5C0BEA7909C}" dt="2025-12-17T15:12:04.638" v="887" actId="20577"/>
        <pc:sldMkLst>
          <pc:docMk/>
          <pc:sldMk cId="3641369659" sldId="259"/>
        </pc:sldMkLst>
        <pc:spChg chg="mod">
          <ac:chgData name="Prem Bhatt" userId="3f272761c4a4daaa" providerId="LiveId" clId="{30612EFE-EA8E-45EA-B527-E5C0BEA7909C}" dt="2025-12-17T15:09:29.102" v="687" actId="20577"/>
          <ac:spMkLst>
            <pc:docMk/>
            <pc:sldMk cId="3641369659" sldId="259"/>
            <ac:spMk id="2" creationId="{770978EE-E45E-80EC-248F-BA68451CE908}"/>
          </ac:spMkLst>
        </pc:spChg>
        <pc:spChg chg="mod">
          <ac:chgData name="Prem Bhatt" userId="3f272761c4a4daaa" providerId="LiveId" clId="{30612EFE-EA8E-45EA-B527-E5C0BEA7909C}" dt="2025-12-17T15:12:04.638" v="887" actId="20577"/>
          <ac:spMkLst>
            <pc:docMk/>
            <pc:sldMk cId="3641369659" sldId="259"/>
            <ac:spMk id="3" creationId="{FB4A2423-39C3-1BC0-51D4-69123523B5C7}"/>
          </ac:spMkLst>
        </pc:spChg>
      </pc:sldChg>
      <pc:sldChg chg="addSp delSp modSp new mod">
        <pc:chgData name="Prem Bhatt" userId="3f272761c4a4daaa" providerId="LiveId" clId="{30612EFE-EA8E-45EA-B527-E5C0BEA7909C}" dt="2025-12-17T15:34:14.951" v="1176" actId="14100"/>
        <pc:sldMkLst>
          <pc:docMk/>
          <pc:sldMk cId="1911686124" sldId="260"/>
        </pc:sldMkLst>
        <pc:spChg chg="mod">
          <ac:chgData name="Prem Bhatt" userId="3f272761c4a4daaa" providerId="LiveId" clId="{30612EFE-EA8E-45EA-B527-E5C0BEA7909C}" dt="2025-12-17T15:34:14.951" v="1176" actId="14100"/>
          <ac:spMkLst>
            <pc:docMk/>
            <pc:sldMk cId="1911686124" sldId="260"/>
            <ac:spMk id="2" creationId="{516803C3-9853-BFAE-46BC-56640BAB97E3}"/>
          </ac:spMkLst>
        </pc:spChg>
        <pc:spChg chg="mod">
          <ac:chgData name="Prem Bhatt" userId="3f272761c4a4daaa" providerId="LiveId" clId="{30612EFE-EA8E-45EA-B527-E5C0BEA7909C}" dt="2025-12-17T15:33:53.938" v="1175" actId="20577"/>
          <ac:spMkLst>
            <pc:docMk/>
            <pc:sldMk cId="1911686124" sldId="260"/>
            <ac:spMk id="3" creationId="{E23008B5-BF2C-D881-A798-6B5C5EDB5975}"/>
          </ac:spMkLst>
        </pc:spChg>
        <pc:spChg chg="add mod">
          <ac:chgData name="Prem Bhatt" userId="3f272761c4a4daaa" providerId="LiveId" clId="{30612EFE-EA8E-45EA-B527-E5C0BEA7909C}" dt="2025-12-17T15:25:47.011" v="963" actId="1076"/>
          <ac:spMkLst>
            <pc:docMk/>
            <pc:sldMk cId="1911686124" sldId="260"/>
            <ac:spMk id="12" creationId="{772469FD-A576-4BB9-A803-B70046AD5A46}"/>
          </ac:spMkLst>
        </pc:spChg>
        <pc:picChg chg="add del mod">
          <ac:chgData name="Prem Bhatt" userId="3f272761c4a4daaa" providerId="LiveId" clId="{30612EFE-EA8E-45EA-B527-E5C0BEA7909C}" dt="2025-12-17T15:20:41.810" v="923" actId="478"/>
          <ac:picMkLst>
            <pc:docMk/>
            <pc:sldMk cId="1911686124" sldId="260"/>
            <ac:picMk id="5" creationId="{26BC83C7-9F2B-7C21-074C-7AADD6C906A2}"/>
          </ac:picMkLst>
        </pc:picChg>
        <pc:picChg chg="add del mod">
          <ac:chgData name="Prem Bhatt" userId="3f272761c4a4daaa" providerId="LiveId" clId="{30612EFE-EA8E-45EA-B527-E5C0BEA7909C}" dt="2025-12-17T15:20:27.574" v="920" actId="478"/>
          <ac:picMkLst>
            <pc:docMk/>
            <pc:sldMk cId="1911686124" sldId="260"/>
            <ac:picMk id="7" creationId="{CB1EFEAD-55FB-6591-A646-073B11C25962}"/>
          </ac:picMkLst>
        </pc:picChg>
        <pc:picChg chg="add mod">
          <ac:chgData name="Prem Bhatt" userId="3f272761c4a4daaa" providerId="LiveId" clId="{30612EFE-EA8E-45EA-B527-E5C0BEA7909C}" dt="2025-12-17T15:25:42.160" v="961" actId="1076"/>
          <ac:picMkLst>
            <pc:docMk/>
            <pc:sldMk cId="1911686124" sldId="260"/>
            <ac:picMk id="9" creationId="{5F6EA804-9ED1-2EC8-055C-C19585C816A1}"/>
          </ac:picMkLst>
        </pc:picChg>
        <pc:picChg chg="add mod">
          <ac:chgData name="Prem Bhatt" userId="3f272761c4a4daaa" providerId="LiveId" clId="{30612EFE-EA8E-45EA-B527-E5C0BEA7909C}" dt="2025-12-17T15:25:44.567" v="962" actId="1076"/>
          <ac:picMkLst>
            <pc:docMk/>
            <pc:sldMk cId="1911686124" sldId="260"/>
            <ac:picMk id="11" creationId="{F09E55C6-D24F-1733-4C3D-D8EF10AFA0CA}"/>
          </ac:picMkLst>
        </pc:picChg>
      </pc:sldChg>
      <pc:sldChg chg="addSp delSp modSp new mod">
        <pc:chgData name="Prem Bhatt" userId="3f272761c4a4daaa" providerId="LiveId" clId="{30612EFE-EA8E-45EA-B527-E5C0BEA7909C}" dt="2025-12-17T15:36:04.646" v="1245" actId="20577"/>
        <pc:sldMkLst>
          <pc:docMk/>
          <pc:sldMk cId="3657017596" sldId="261"/>
        </pc:sldMkLst>
        <pc:spChg chg="mod">
          <ac:chgData name="Prem Bhatt" userId="3f272761c4a4daaa" providerId="LiveId" clId="{30612EFE-EA8E-45EA-B527-E5C0BEA7909C}" dt="2025-12-17T15:35:26.228" v="1200" actId="20577"/>
          <ac:spMkLst>
            <pc:docMk/>
            <pc:sldMk cId="3657017596" sldId="261"/>
            <ac:spMk id="2" creationId="{C487FA81-F145-F5CF-4BE1-BD1040623C03}"/>
          </ac:spMkLst>
        </pc:spChg>
        <pc:spChg chg="del">
          <ac:chgData name="Prem Bhatt" userId="3f272761c4a4daaa" providerId="LiveId" clId="{30612EFE-EA8E-45EA-B527-E5C0BEA7909C}" dt="2025-12-17T15:35:29.256" v="1201"/>
          <ac:spMkLst>
            <pc:docMk/>
            <pc:sldMk cId="3657017596" sldId="261"/>
            <ac:spMk id="3" creationId="{88168A26-B1C4-0313-4FEA-6977A12C1A12}"/>
          </ac:spMkLst>
        </pc:spChg>
        <pc:spChg chg="add mod">
          <ac:chgData name="Prem Bhatt" userId="3f272761c4a4daaa" providerId="LiveId" clId="{30612EFE-EA8E-45EA-B527-E5C0BEA7909C}" dt="2025-12-17T15:36:04.646" v="1245" actId="20577"/>
          <ac:spMkLst>
            <pc:docMk/>
            <pc:sldMk cId="3657017596" sldId="261"/>
            <ac:spMk id="4" creationId="{916E5F16-501C-F506-2F0A-FBD4B247BECE}"/>
          </ac:spMkLst>
        </pc:spChg>
      </pc:sldChg>
      <pc:sldChg chg="addSp modSp new mod">
        <pc:chgData name="Prem Bhatt" userId="3f272761c4a4daaa" providerId="LiveId" clId="{30612EFE-EA8E-45EA-B527-E5C0BEA7909C}" dt="2025-12-17T15:40:53.046" v="1279" actId="1076"/>
        <pc:sldMkLst>
          <pc:docMk/>
          <pc:sldMk cId="2777741650" sldId="262"/>
        </pc:sldMkLst>
        <pc:spChg chg="mod">
          <ac:chgData name="Prem Bhatt" userId="3f272761c4a4daaa" providerId="LiveId" clId="{30612EFE-EA8E-45EA-B527-E5C0BEA7909C}" dt="2025-12-17T15:36:51.554" v="1265" actId="20577"/>
          <ac:spMkLst>
            <pc:docMk/>
            <pc:sldMk cId="2777741650" sldId="262"/>
            <ac:spMk id="2" creationId="{4B6D8DA8-3C18-DBFD-614B-DB8D3C31FCFB}"/>
          </ac:spMkLst>
        </pc:spChg>
        <pc:spChg chg="mod">
          <ac:chgData name="Prem Bhatt" userId="3f272761c4a4daaa" providerId="LiveId" clId="{30612EFE-EA8E-45EA-B527-E5C0BEA7909C}" dt="2025-12-17T15:40:31.881" v="1273" actId="1076"/>
          <ac:spMkLst>
            <pc:docMk/>
            <pc:sldMk cId="2777741650" sldId="262"/>
            <ac:spMk id="3" creationId="{0DB98D71-AFE3-EC60-B97F-D49F4932C52C}"/>
          </ac:spMkLst>
        </pc:spChg>
        <pc:picChg chg="add mod">
          <ac:chgData name="Prem Bhatt" userId="3f272761c4a4daaa" providerId="LiveId" clId="{30612EFE-EA8E-45EA-B527-E5C0BEA7909C}" dt="2025-12-17T15:40:53.046" v="1279" actId="1076"/>
          <ac:picMkLst>
            <pc:docMk/>
            <pc:sldMk cId="2777741650" sldId="262"/>
            <ac:picMk id="5" creationId="{7332ACA9-B86C-F653-2764-CF3676F8D91B}"/>
          </ac:picMkLst>
        </pc:picChg>
      </pc:sldChg>
      <pc:sldChg chg="new">
        <pc:chgData name="Prem Bhatt" userId="3f272761c4a4daaa" providerId="LiveId" clId="{30612EFE-EA8E-45EA-B527-E5C0BEA7909C}" dt="2025-12-17T15:41:02.381" v="1280" actId="680"/>
        <pc:sldMkLst>
          <pc:docMk/>
          <pc:sldMk cId="4078324963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A796-1C27-0179-5EAD-5303DCDF3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05B48-EFA7-7F80-6974-B418D24DE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103C5-9EA4-00BA-E0D9-2C06FA00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04AC-099E-4084-95E9-985A3DEF6A4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B620C-D9FA-3BE8-C857-73B7230C4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0D755-43B0-C098-443F-B6E86DD7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7BB91-C0E6-43B3-9D9D-41822906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00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28A9-DBBB-F380-BDB2-8A0A056F8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F8823-7C45-C225-3109-8317849E7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151DD-EC45-C3FA-CC7C-DC5B5588B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04AC-099E-4084-95E9-985A3DEF6A4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CA912-A761-FE7A-1004-16B32F436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29DD3-506B-B6CA-17E1-9619959F0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7BB91-C0E6-43B3-9D9D-41822906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D33C6-1E44-7AEF-5CA4-5C29B24D5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C88C6-4D4D-6196-2B07-814D75F85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61023-6E81-0957-C2C9-D96F2F648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04AC-099E-4084-95E9-985A3DEF6A4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98F5C-CAF3-ABC5-85B6-9900B8211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E8BE2-78C5-C0AA-50FD-6A2D30517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7BB91-C0E6-43B3-9D9D-41822906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ED552-D6D8-DCFC-4BEF-6DBA28DF1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E8F6C-4415-46E3-0107-5585E4BCB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4433F-8FB7-259C-A561-D1682BBD0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CB545-7E1C-5AFB-A432-AE80D68E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04AC-099E-4084-95E9-985A3DEF6A4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704B3-93E6-AA96-A3FA-14528F54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EECC6-35F3-C346-E375-D0E64DA60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7BB91-C0E6-43B3-9D9D-41822906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8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34E93-0E74-CA34-9DAC-43F105887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82CD1-A778-6465-CE03-F357A3474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86CAB-63B4-4386-C7CF-79BAD6922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51A94E-CB21-36E6-3343-286996D14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2581B6-08FF-7070-C0CC-B73F345DC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ACE0D1-DA71-2E49-11D0-EF4E561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04AC-099E-4084-95E9-985A3DEF6A4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88341E-E164-5FAC-4830-EE7A6B1C0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F8C5C9-136E-E3B2-66F4-31F6CEBC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7BB91-C0E6-43B3-9D9D-41822906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9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8A0F7-76D7-D6A0-0CE6-C37D1DEA5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45FF7F-7F5D-EB2B-A019-E9C061220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04AC-099E-4084-95E9-985A3DEF6A4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7D7F3-F031-BDDD-1B00-91944FA3C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49A8B-4CF6-1E54-5BE6-C14F335F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7BB91-C0E6-43B3-9D9D-41822906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27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0F6C5-7F63-A055-2BA2-7A3933D07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04AC-099E-4084-95E9-985A3DEF6A4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C191C5-C617-65F7-EA15-EE8E14AAC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7952C-E88C-738A-D23E-4BDD1FBE6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7BB91-C0E6-43B3-9D9D-41822906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8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84CDC-5E22-4951-E979-12923A6C3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3D556-0935-2B58-32EB-9FA31F353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645F2-DC46-078A-31AE-762D8EB52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4FADF-6271-15A8-9EBB-57AD1FB98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04AC-099E-4084-95E9-985A3DEF6A4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695A0-BF1A-825E-30E1-DD07E03C5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C65C3-9F9E-E102-DF17-6A7C8188D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7BB91-C0E6-43B3-9D9D-41822906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11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C742-CC67-A4D8-2DD7-1C5D62FF0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BDE2D1-A82A-3B52-9914-3BE2C18B6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4898E-3CD9-A4FD-2190-DEB5D4243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B23B7-D662-1CEA-AC47-D4A8EFF1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04AC-099E-4084-95E9-985A3DEF6A4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DAC26-1AE9-D64E-8E3C-26E13A71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E3458-F06F-DC9A-4388-5DC8C9FFD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7BB91-C0E6-43B3-9D9D-41822906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326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C13FC-5922-71D4-17C9-78EE7CAF3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52C554-9016-78AD-897A-A34678B6C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E746A-D6EF-50EB-AF32-9701ADC4E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04AC-099E-4084-95E9-985A3DEF6A4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ABAB6-F904-2645-2E0C-EB0327A1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3CB11-769D-0275-7950-B54E44421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7BB91-C0E6-43B3-9D9D-41822906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878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6C336A-DD0F-24C7-3EB7-0A65684E3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DD0AC-2564-7FE2-4F9B-7DBADC584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37D78-2411-5F0D-F76E-CA1EF1AD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04AC-099E-4084-95E9-985A3DEF6A4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9EEE9-B1B6-6414-67D9-2A8334455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292CD-91D8-2956-278A-52FA1904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7BB91-C0E6-43B3-9D9D-41822906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6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17D77B-769D-368F-682E-429A9659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5AEDE-B1B1-DDF9-8F35-8FC24DF50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E1706-EB29-9036-4941-14C0F6404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204AC-099E-4084-95E9-985A3DEF6A4A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CE5B7-9150-DC13-4AD6-68ED4151A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3753C-5106-8E31-EB08-DCAE0BCFF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7BB91-C0E6-43B3-9D9D-41822906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1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EBB19-D63C-8D71-BFD1-549BD3C00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1"/>
            <a:ext cx="9144000" cy="1592580"/>
          </a:xfrm>
        </p:spPr>
        <p:txBody>
          <a:bodyPr>
            <a:normAutofit/>
          </a:bodyPr>
          <a:lstStyle/>
          <a:p>
            <a:r>
              <a:rPr lang="en-US" sz="5400" dirty="0"/>
              <a:t>AI-Based Network Intrusion &amp; Suspicious Traffic Analyzer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F7B6F-DF0E-437A-87BF-A085C8C88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0500" y="5105400"/>
            <a:ext cx="3840480" cy="1226820"/>
          </a:xfrm>
        </p:spPr>
        <p:txBody>
          <a:bodyPr>
            <a:normAutofit/>
          </a:bodyPr>
          <a:lstStyle/>
          <a:p>
            <a:r>
              <a:rPr lang="en-US" sz="2800" dirty="0"/>
              <a:t>~By Prem Bhatt</a:t>
            </a:r>
          </a:p>
        </p:txBody>
      </p:sp>
    </p:spTree>
    <p:extLst>
      <p:ext uri="{BB962C8B-B14F-4D97-AF65-F5344CB8AC3E}">
        <p14:creationId xmlns:p14="http://schemas.microsoft.com/office/powerpoint/2010/main" val="291073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C833E-2041-9F3E-047B-1BD46DBE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🟢  Problem Understanding &amp;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45E59-E983-0DF0-29B1-1354A9DCC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Problem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logs are complex and hard to understand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Traditional IDS tools give alerts without explanations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 organizations/students lack easy tools</a:t>
            </a:r>
          </a:p>
          <a:p>
            <a:r>
              <a:rPr lang="en-US" b="1" dirty="0"/>
              <a:t>Goal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 suspicious network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Explain attacks in simple language using AI</a:t>
            </a:r>
          </a:p>
          <a:p>
            <a:r>
              <a:rPr lang="en-US" dirty="0"/>
              <a:t>User input  log-based analysis  </a:t>
            </a:r>
          </a:p>
          <a:p>
            <a:r>
              <a:rPr lang="en-US" dirty="0"/>
              <a:t>AI-based explanation using Gemini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724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3F73E-709A-7A9B-3B72-B2F28A5DB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20" y="365125"/>
            <a:ext cx="10888980" cy="1325563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 How it  is unique from actual IDS?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EE0AD-0357-3104-837B-AC7FAB252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820" y="1898968"/>
            <a:ext cx="10515600" cy="4486275"/>
          </a:xfrm>
        </p:spPr>
        <p:txBody>
          <a:bodyPr/>
          <a:lstStyle/>
          <a:p>
            <a:r>
              <a:rPr lang="en-US" dirty="0"/>
              <a:t>IDS(Intrusion detection system) is much harder to understand</a:t>
            </a:r>
          </a:p>
          <a:p>
            <a:r>
              <a:rPr lang="en-US" dirty="0"/>
              <a:t>My project is unique and easier to understand because: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Detect DDoS attack, Port Scanning and Brute Force attacks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Provides AI-based explanations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Visualize network traffic patterns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Support fallback detection without AI</a:t>
            </a:r>
          </a:p>
          <a:p>
            <a:pPr marL="514350" indent="-514350">
              <a:buAutoNum type="arabicPeriod" startAt="5"/>
            </a:pPr>
            <a:r>
              <a:rPr lang="en-US" dirty="0"/>
              <a:t>Doesn’t need high level knowledge to understand the attacks                    and logs</a:t>
            </a:r>
          </a:p>
          <a:p>
            <a:pPr marL="514350" indent="-514350">
              <a:buAutoNum type="arabicPeriod" startAt="5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59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78EE-E45E-80EC-248F-BA68451CE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</a:t>
            </a:r>
            <a:r>
              <a:rPr lang="en-US" dirty="0" err="1"/>
              <a:t>Requirments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A2423-39C3-1BC0-51D4-69123523B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b="1" dirty="0"/>
              <a:t>🌐 Frontend Language</a:t>
            </a:r>
            <a:endParaRPr lang="en-IN" sz="2800" dirty="0"/>
          </a:p>
          <a:p>
            <a:r>
              <a:rPr lang="en-IN" sz="2800" b="1" dirty="0"/>
              <a:t>HTML </a:t>
            </a:r>
            <a:endParaRPr lang="en-IN" sz="2800" dirty="0"/>
          </a:p>
          <a:p>
            <a:r>
              <a:rPr lang="en-IN" sz="2800" b="1" dirty="0"/>
              <a:t> CSS</a:t>
            </a:r>
            <a:endParaRPr lang="en-IN" sz="2800" dirty="0"/>
          </a:p>
          <a:p>
            <a:pPr marL="0" indent="0">
              <a:buNone/>
            </a:pPr>
            <a:r>
              <a:rPr lang="en-IN" sz="2800" b="1" dirty="0"/>
              <a:t>🧠 Backend</a:t>
            </a:r>
          </a:p>
          <a:p>
            <a:r>
              <a:rPr lang="en-IN" b="1" dirty="0"/>
              <a:t>P</a:t>
            </a:r>
            <a:r>
              <a:rPr lang="en-IN" sz="2800" b="1" dirty="0"/>
              <a:t>ython</a:t>
            </a:r>
          </a:p>
          <a:p>
            <a:r>
              <a:rPr lang="en-IN" b="1" dirty="0"/>
              <a:t>Flask</a:t>
            </a:r>
          </a:p>
          <a:p>
            <a:r>
              <a:rPr lang="en-IN" sz="2800" b="1" dirty="0"/>
              <a:t>Google Gemini Api </a:t>
            </a:r>
          </a:p>
          <a:p>
            <a:pPr marL="0" indent="0">
              <a:buNone/>
            </a:pPr>
            <a:r>
              <a:rPr lang="en-IN" sz="2800" b="1" dirty="0"/>
              <a:t>🗄️ Database</a:t>
            </a:r>
          </a:p>
          <a:p>
            <a:r>
              <a:rPr lang="en-IN" sz="2800" b="1" dirty="0"/>
              <a:t>MongoDB (NoSQL)</a:t>
            </a:r>
            <a:endParaRPr lang="en-IN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69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03C3-9853-BFAE-46BC-56640BAB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3340"/>
            <a:ext cx="10515600" cy="1450181"/>
          </a:xfrm>
        </p:spPr>
        <p:txBody>
          <a:bodyPr/>
          <a:lstStyle/>
          <a:p>
            <a:r>
              <a:rPr lang="en-US" dirty="0"/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008B5-BF2C-D881-A798-6B5C5EDB5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580" y="982980"/>
            <a:ext cx="11681460" cy="640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Raw logs difficult to understand</a:t>
            </a:r>
          </a:p>
          <a:p>
            <a:pPr marL="0" indent="0">
              <a:buNone/>
            </a:pPr>
            <a:r>
              <a:rPr lang="en-US" dirty="0"/>
              <a:t>• Requires skilled SOC analysts</a:t>
            </a:r>
          </a:p>
          <a:p>
            <a:pPr marL="0" indent="0">
              <a:buNone/>
            </a:pPr>
            <a:r>
              <a:rPr lang="en-US" dirty="0"/>
              <a:t>• Expensive SIEM solutions</a:t>
            </a:r>
          </a:p>
          <a:p>
            <a:pPr marL="0" indent="0">
              <a:buNone/>
            </a:pPr>
            <a:r>
              <a:rPr lang="en-US" dirty="0"/>
              <a:t>• Limited visualization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		Firewall network logs					Json logs</a:t>
            </a:r>
          </a:p>
          <a:p>
            <a:r>
              <a:rPr lang="en-US" dirty="0"/>
              <a:t>This is example of firewall network logs</a:t>
            </a:r>
          </a:p>
          <a:p>
            <a:r>
              <a:rPr lang="en-US" dirty="0"/>
              <a:t>Our system can include a log normalization module that converts complex  heterogeneous network logs into a simple unified JSON format for analysis.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6EA804-9ED1-2EC8-055C-C19585C81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" y="2976843"/>
            <a:ext cx="7487695" cy="762106"/>
          </a:xfrm>
          <a:prstGeom prst="rect">
            <a:avLst/>
          </a:prstGeom>
        </p:spPr>
      </p:pic>
      <p:pic>
        <p:nvPicPr>
          <p:cNvPr id="11" name="Picture 10" descr="A black screen with text&#10;&#10;Description automatically generated">
            <a:extLst>
              <a:ext uri="{FF2B5EF4-FFF2-40B4-BE49-F238E27FC236}">
                <a16:creationId xmlns:a16="http://schemas.microsoft.com/office/drawing/2014/main" id="{F09E55C6-D24F-1733-4C3D-D8EF10AFA0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605" y="2747867"/>
            <a:ext cx="2495898" cy="1362265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772469FD-A576-4BB9-A803-B70046AD5A46}"/>
              </a:ext>
            </a:extLst>
          </p:cNvPr>
          <p:cNvSpPr/>
          <p:nvPr/>
        </p:nvSpPr>
        <p:spPr>
          <a:xfrm>
            <a:off x="8232027" y="318668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86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7FA81-F145-F5CF-4BE1-BD1040623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6E5F16-501C-F506-2F0A-FBD4B247BECE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 AI-driven intrusion detection</a:t>
            </a:r>
          </a:p>
          <a:p>
            <a:r>
              <a:rPr dirty="0"/>
              <a:t> Live traffic simulation</a:t>
            </a:r>
          </a:p>
          <a:p>
            <a:r>
              <a:rPr dirty="0"/>
              <a:t> Automatic attack classification</a:t>
            </a:r>
          </a:p>
          <a:p>
            <a:r>
              <a:rPr dirty="0"/>
              <a:t> Visual analytics dashboard</a:t>
            </a:r>
            <a:endParaRPr lang="en-US" dirty="0"/>
          </a:p>
          <a:p>
            <a:r>
              <a:rPr lang="en-US" dirty="0"/>
              <a:t>Ai based easy to understand explanation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7017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D8DA8-3C18-DBFD-614B-DB8D3C31F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98D71-AFE3-EC60-B97F-D49F4932C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765"/>
            <a:ext cx="10515600" cy="4351338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Network logs are collected and converted into a standard JSON format.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system analyzes logs using rules and machine learning to detect attacks.</a:t>
            </a:r>
          </a:p>
          <a:p>
            <a:pPr>
              <a:buFont typeface="+mj-lt"/>
              <a:buAutoNum type="arabicPeriod"/>
            </a:pPr>
            <a:r>
              <a:rPr lang="en-US" dirty="0"/>
              <a:t>Gemini AI explains the detected activity in simple language.</a:t>
            </a:r>
          </a:p>
          <a:p>
            <a:pPr>
              <a:buFont typeface="+mj-lt"/>
              <a:buAutoNum type="arabicPeriod"/>
            </a:pPr>
            <a:r>
              <a:rPr lang="en-US" dirty="0"/>
              <a:t>Fallback logic works if AI is unavailable.</a:t>
            </a:r>
          </a:p>
          <a:p>
            <a:pPr>
              <a:buFont typeface="+mj-lt"/>
              <a:buAutoNum type="arabicPeriod"/>
            </a:pPr>
            <a:r>
              <a:rPr lang="en-US" dirty="0"/>
              <a:t>Results are shown with attack type, risk level, and charts.</a:t>
            </a:r>
          </a:p>
          <a:p>
            <a:endParaRPr lang="en-US" dirty="0"/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7332ACA9-B86C-F653-2764-CF3676F8D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974" y="4663439"/>
            <a:ext cx="4410691" cy="238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741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7B15A-1A86-D6A1-48E2-B0C69F510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F4E8E-3A77-11CF-4BF2-8D33379D3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24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293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AI-Based Network Intrusion &amp; Suspicious Traffic Analyzer</vt:lpstr>
      <vt:lpstr>🟢  Problem Understanding &amp; Planning</vt:lpstr>
      <vt:lpstr> How it  is unique from actual IDS?</vt:lpstr>
      <vt:lpstr>Software Requirments</vt:lpstr>
      <vt:lpstr>Existing System</vt:lpstr>
      <vt:lpstr>Proposed System</vt:lpstr>
      <vt:lpstr>Working of System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Prem Bhatt</dc:creator>
  <cp:lastModifiedBy>Prem Bhatt</cp:lastModifiedBy>
  <cp:revision>1</cp:revision>
  <dcterms:created xsi:type="dcterms:W3CDTF">2025-12-17T14:09:37Z</dcterms:created>
  <dcterms:modified xsi:type="dcterms:W3CDTF">2025-12-17T15:41:12Z</dcterms:modified>
</cp:coreProperties>
</file>